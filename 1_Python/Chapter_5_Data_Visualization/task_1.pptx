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1"/>
  </p:notesMasterIdLst>
  <p:sldIdLst>
    <p:sldId id="256" r:id="rId2"/>
    <p:sldId id="304" r:id="rId3"/>
    <p:sldId id="305" r:id="rId4"/>
    <p:sldId id="306" r:id="rId5"/>
    <p:sldId id="307" r:id="rId6"/>
    <p:sldId id="308" r:id="rId7"/>
    <p:sldId id="301" r:id="rId8"/>
    <p:sldId id="309" r:id="rId9"/>
    <p:sldId id="296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  <p:embeddedFont>
      <p:font typeface="Elsie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81B04-9C3E-42B0-8EDE-3A2A3C85CDE4}" v="58" dt="2026-05-29T09:14:23.059"/>
  </p1510:revLst>
</p1510:revInfo>
</file>

<file path=ppt/tableStyles.xml><?xml version="1.0" encoding="utf-8"?>
<a:tblStyleLst xmlns:a="http://schemas.openxmlformats.org/drawingml/2006/main" def="{6DCCC13B-D345-4314-9946-8758FB4BD0DB}">
  <a:tblStyle styleId="{6DCCC13B-D345-4314-9946-8758FB4BD0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A0105EB-E202-4EB6-8D33-01F9C39869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in Girish" userId="dcb8619975e2e7a9" providerId="LiveId" clId="{D482622C-C340-4B3D-809E-D698170F6D53}"/>
    <pc:docChg chg="undo redo custSel addSld delSld modSld sldOrd delMainMaster">
      <pc:chgData name="Derin Girish" userId="dcb8619975e2e7a9" providerId="LiveId" clId="{D482622C-C340-4B3D-809E-D698170F6D53}" dt="2026-05-29T09:18:35.795" v="1057" actId="2696"/>
      <pc:docMkLst>
        <pc:docMk/>
      </pc:docMkLst>
      <pc:sldChg chg="addSp delSp modSp mod modNotes">
        <pc:chgData name="Derin Girish" userId="dcb8619975e2e7a9" providerId="LiveId" clId="{D482622C-C340-4B3D-809E-D698170F6D53}" dt="2026-05-29T08:54:10.970" v="838" actId="1076"/>
        <pc:sldMkLst>
          <pc:docMk/>
          <pc:sldMk cId="0" sldId="256"/>
        </pc:sldMkLst>
        <pc:spChg chg="add del mod">
          <ac:chgData name="Derin Girish" userId="dcb8619975e2e7a9" providerId="LiveId" clId="{D482622C-C340-4B3D-809E-D698170F6D53}" dt="2026-05-29T08:43:42.968" v="670" actId="478"/>
          <ac:spMkLst>
            <pc:docMk/>
            <pc:sldMk cId="0" sldId="256"/>
            <ac:spMk id="3" creationId="{FD7E9243-76D7-D174-964E-668569E38342}"/>
          </ac:spMkLst>
        </pc:spChg>
        <pc:spChg chg="mod">
          <ac:chgData name="Derin Girish" userId="dcb8619975e2e7a9" providerId="LiveId" clId="{D482622C-C340-4B3D-809E-D698170F6D53}" dt="2026-05-29T08:54:10.970" v="838" actId="1076"/>
          <ac:spMkLst>
            <pc:docMk/>
            <pc:sldMk cId="0" sldId="256"/>
            <ac:spMk id="226" creationId="{00000000-0000-0000-0000-000000000000}"/>
          </ac:spMkLst>
        </pc:spChg>
        <pc:spChg chg="del">
          <ac:chgData name="Derin Girish" userId="dcb8619975e2e7a9" providerId="LiveId" clId="{D482622C-C340-4B3D-809E-D698170F6D53}" dt="2026-05-29T08:43:41.622" v="669" actId="478"/>
          <ac:spMkLst>
            <pc:docMk/>
            <pc:sldMk cId="0" sldId="256"/>
            <ac:spMk id="227" creationId="{00000000-0000-0000-0000-000000000000}"/>
          </ac:spMkLst>
        </pc:spChg>
        <pc:grpChg chg="del">
          <ac:chgData name="Derin Girish" userId="dcb8619975e2e7a9" providerId="LiveId" clId="{D482622C-C340-4B3D-809E-D698170F6D53}" dt="2026-05-29T08:43:43.841" v="671" actId="478"/>
          <ac:grpSpMkLst>
            <pc:docMk/>
            <pc:sldMk cId="0" sldId="256"/>
            <ac:grpSpMk id="228" creationId="{00000000-0000-0000-0000-000000000000}"/>
          </ac:grpSpMkLst>
        </pc:grpChg>
      </pc:sldChg>
      <pc:sldChg chg="del">
        <pc:chgData name="Derin Girish" userId="dcb8619975e2e7a9" providerId="LiveId" clId="{D482622C-C340-4B3D-809E-D698170F6D53}" dt="2026-05-29T08:44:22.248" v="683" actId="2696"/>
        <pc:sldMkLst>
          <pc:docMk/>
          <pc:sldMk cId="0" sldId="257"/>
        </pc:sldMkLst>
      </pc:sldChg>
      <pc:sldChg chg="addSp delSp modSp del mod">
        <pc:chgData name="Derin Girish" userId="dcb8619975e2e7a9" providerId="LiveId" clId="{D482622C-C340-4B3D-809E-D698170F6D53}" dt="2026-05-29T08:47:19.618" v="722" actId="2696"/>
        <pc:sldMkLst>
          <pc:docMk/>
          <pc:sldMk cId="0" sldId="258"/>
        </pc:sldMkLst>
        <pc:spChg chg="add del mod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3" creationId="{6ED048B2-ABDC-0FB1-2387-DF9F9215807E}"/>
          </ac:spMkLst>
        </pc:spChg>
        <pc:spChg chg="add del mod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5" creationId="{AE542CD9-91A3-E0E8-D862-84D2841EC380}"/>
          </ac:spMkLst>
        </pc:spChg>
        <pc:spChg chg="del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7" creationId="{3DA2B860-A08B-18C6-6962-775C680D2E43}"/>
          </ac:spMkLst>
        </pc:spChg>
        <pc:spChg chg="del">
          <ac:chgData name="Derin Girish" userId="dcb8619975e2e7a9" providerId="LiveId" clId="{D482622C-C340-4B3D-809E-D698170F6D53}" dt="2026-05-29T06:14:01.609" v="6" actId="478"/>
          <ac:spMkLst>
            <pc:docMk/>
            <pc:sldMk cId="0" sldId="258"/>
            <ac:spMk id="9" creationId="{C13EC297-9DB2-6EA2-DEDF-2A8893D6CB9C}"/>
          </ac:spMkLst>
        </pc:spChg>
        <pc:spChg chg="add del mod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11" creationId="{7C1E7166-9C66-8758-35FE-CD9C13BA4287}"/>
          </ac:spMkLst>
        </pc:spChg>
        <pc:spChg chg="del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13" creationId="{10992C39-81DF-DE72-4330-805C4E5F41CC}"/>
          </ac:spMkLst>
        </pc:spChg>
        <pc:spChg chg="del">
          <ac:chgData name="Derin Girish" userId="dcb8619975e2e7a9" providerId="LiveId" clId="{D482622C-C340-4B3D-809E-D698170F6D53}" dt="2026-05-29T06:13:58.599" v="4" actId="478"/>
          <ac:spMkLst>
            <pc:docMk/>
            <pc:sldMk cId="0" sldId="258"/>
            <ac:spMk id="15" creationId="{5617820D-CFC7-218C-2FA8-C382C636EF8A}"/>
          </ac:spMkLst>
        </pc:spChg>
        <pc:spChg chg="del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17" creationId="{18F22334-3724-DFD8-822E-BC656A3D568E}"/>
          </ac:spMkLst>
        </pc:spChg>
        <pc:spChg chg="del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19" creationId="{F0ED08F8-4A46-52E3-40AC-7BDB98B02228}"/>
          </ac:spMkLst>
        </pc:spChg>
        <pc:spChg chg="add del mod">
          <ac:chgData name="Derin Girish" userId="dcb8619975e2e7a9" providerId="LiveId" clId="{D482622C-C340-4B3D-809E-D698170F6D53}" dt="2026-05-29T06:13:56.421" v="3" actId="478"/>
          <ac:spMkLst>
            <pc:docMk/>
            <pc:sldMk cId="0" sldId="258"/>
            <ac:spMk id="21" creationId="{71E2C00C-46B4-5DA0-11FE-46CB5E428F68}"/>
          </ac:spMkLst>
        </pc:spChg>
        <pc:spChg chg="add del mod">
          <ac:chgData name="Derin Girish" userId="dcb8619975e2e7a9" providerId="LiveId" clId="{D482622C-C340-4B3D-809E-D698170F6D53}" dt="2026-05-29T06:13:59.671" v="5" actId="478"/>
          <ac:spMkLst>
            <pc:docMk/>
            <pc:sldMk cId="0" sldId="258"/>
            <ac:spMk id="23" creationId="{371A904F-CD33-F0C6-7D6E-8BD2E584CC88}"/>
          </ac:spMkLst>
        </pc:spChg>
        <pc:spChg chg="del">
          <ac:chgData name="Derin Girish" userId="dcb8619975e2e7a9" providerId="LiveId" clId="{D482622C-C340-4B3D-809E-D698170F6D53}" dt="2026-05-29T06:13:54.511" v="2" actId="478"/>
          <ac:spMkLst>
            <pc:docMk/>
            <pc:sldMk cId="0" sldId="258"/>
            <ac:spMk id="245" creationId="{00000000-0000-0000-0000-000000000000}"/>
          </ac:spMkLst>
        </pc:spChg>
        <pc:spChg chg="del">
          <ac:chgData name="Derin Girish" userId="dcb8619975e2e7a9" providerId="LiveId" clId="{D482622C-C340-4B3D-809E-D698170F6D53}" dt="2026-05-29T06:13:54.511" v="2" actId="478"/>
          <ac:spMkLst>
            <pc:docMk/>
            <pc:sldMk cId="0" sldId="258"/>
            <ac:spMk id="246" creationId="{00000000-0000-0000-0000-000000000000}"/>
          </ac:spMkLst>
        </pc:spChg>
        <pc:spChg chg="del">
          <ac:chgData name="Derin Girish" userId="dcb8619975e2e7a9" providerId="LiveId" clId="{D482622C-C340-4B3D-809E-D698170F6D53}" dt="2026-05-29T06:13:54.511" v="2" actId="478"/>
          <ac:spMkLst>
            <pc:docMk/>
            <pc:sldMk cId="0" sldId="258"/>
            <ac:spMk id="247" creationId="{00000000-0000-0000-0000-000000000000}"/>
          </ac:spMkLst>
        </pc:spChg>
        <pc:spChg chg="del">
          <ac:chgData name="Derin Girish" userId="dcb8619975e2e7a9" providerId="LiveId" clId="{D482622C-C340-4B3D-809E-D698170F6D53}" dt="2026-05-29T06:13:54.511" v="2" actId="478"/>
          <ac:spMkLst>
            <pc:docMk/>
            <pc:sldMk cId="0" sldId="258"/>
            <ac:spMk id="249" creationId="{00000000-0000-0000-0000-000000000000}"/>
          </ac:spMkLst>
        </pc:spChg>
        <pc:spChg chg="mod">
          <ac:chgData name="Derin Girish" userId="dcb8619975e2e7a9" providerId="LiveId" clId="{D482622C-C340-4B3D-809E-D698170F6D53}" dt="2026-05-29T06:27:07.631" v="167" actId="1076"/>
          <ac:spMkLst>
            <pc:docMk/>
            <pc:sldMk cId="0" sldId="258"/>
            <ac:spMk id="252" creationId="{00000000-0000-0000-0000-000000000000}"/>
          </ac:spMkLst>
        </pc:spChg>
        <pc:spChg chg="del">
          <ac:chgData name="Derin Girish" userId="dcb8619975e2e7a9" providerId="LiveId" clId="{D482622C-C340-4B3D-809E-D698170F6D53}" dt="2026-05-29T06:13:54.511" v="2" actId="478"/>
          <ac:spMkLst>
            <pc:docMk/>
            <pc:sldMk cId="0" sldId="258"/>
            <ac:spMk id="253" creationId="{00000000-0000-0000-0000-000000000000}"/>
          </ac:spMkLst>
        </pc:spChg>
        <pc:spChg chg="mod">
          <ac:chgData name="Derin Girish" userId="dcb8619975e2e7a9" providerId="LiveId" clId="{D482622C-C340-4B3D-809E-D698170F6D53}" dt="2026-05-29T06:32:58.426" v="194" actId="2711"/>
          <ac:spMkLst>
            <pc:docMk/>
            <pc:sldMk cId="0" sldId="258"/>
            <ac:spMk id="254" creationId="{00000000-0000-0000-0000-000000000000}"/>
          </ac:spMkLst>
        </pc:spChg>
        <pc:spChg chg="del">
          <ac:chgData name="Derin Girish" userId="dcb8619975e2e7a9" providerId="LiveId" clId="{D482622C-C340-4B3D-809E-D698170F6D53}" dt="2026-05-29T06:13:54.511" v="2" actId="478"/>
          <ac:spMkLst>
            <pc:docMk/>
            <pc:sldMk cId="0" sldId="258"/>
            <ac:spMk id="255" creationId="{00000000-0000-0000-0000-000000000000}"/>
          </ac:spMkLst>
        </pc:spChg>
        <pc:spChg chg="del">
          <ac:chgData name="Derin Girish" userId="dcb8619975e2e7a9" providerId="LiveId" clId="{D482622C-C340-4B3D-809E-D698170F6D53}" dt="2026-05-29T06:13:58.599" v="4" actId="478"/>
          <ac:spMkLst>
            <pc:docMk/>
            <pc:sldMk cId="0" sldId="258"/>
            <ac:spMk id="257" creationId="{00000000-0000-0000-0000-000000000000}"/>
          </ac:spMkLst>
        </pc:spChg>
        <pc:picChg chg="add mod">
          <ac:chgData name="Derin Girish" userId="dcb8619975e2e7a9" providerId="LiveId" clId="{D482622C-C340-4B3D-809E-D698170F6D53}" dt="2026-05-29T06:27:41.351" v="179" actId="1076"/>
          <ac:picMkLst>
            <pc:docMk/>
            <pc:sldMk cId="0" sldId="258"/>
            <ac:picMk id="25" creationId="{CC7DA2D6-86DB-20A1-76F3-21AA0C3A7260}"/>
          </ac:picMkLst>
        </pc:picChg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59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0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1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2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3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4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5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6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7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8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69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0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1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2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3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4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5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6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7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8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79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0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1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2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3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4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5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6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7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8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89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90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91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92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93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94"/>
        </pc:sldMkLst>
      </pc:sldChg>
      <pc:sldChg chg="del">
        <pc:chgData name="Derin Girish" userId="dcb8619975e2e7a9" providerId="LiveId" clId="{D482622C-C340-4B3D-809E-D698170F6D53}" dt="2026-05-29T08:57:03.649" v="876" actId="47"/>
        <pc:sldMkLst>
          <pc:docMk/>
          <pc:sldMk cId="0" sldId="295"/>
        </pc:sldMkLst>
      </pc:sldChg>
      <pc:sldChg chg="addSp delSp modSp add del mod">
        <pc:chgData name="Derin Girish" userId="dcb8619975e2e7a9" providerId="LiveId" clId="{D482622C-C340-4B3D-809E-D698170F6D53}" dt="2026-05-29T08:57:08.395" v="878" actId="47"/>
        <pc:sldMkLst>
          <pc:docMk/>
          <pc:sldMk cId="2300940823" sldId="296"/>
        </pc:sldMkLst>
        <pc:spChg chg="add del mod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3" creationId="{65E6CD37-8901-E012-DD67-4CE98C6447AB}"/>
          </ac:spMkLst>
        </pc:spChg>
        <pc:spChg chg="add del mod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5" creationId="{804CBD24-7DE2-114C-2E4E-55BDB1709EFE}"/>
          </ac:spMkLst>
        </pc:spChg>
        <pc:spChg chg="del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7" creationId="{CF87CE05-93E8-5AC0-9BE6-8531AB52F07C}"/>
          </ac:spMkLst>
        </pc:spChg>
        <pc:spChg chg="del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9" creationId="{4F44106D-2740-6317-CAFD-7DFF7E7ED656}"/>
          </ac:spMkLst>
        </pc:spChg>
        <pc:spChg chg="del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11" creationId="{51E86441-7D88-AE58-29EB-8EDCEAFC5D9F}"/>
          </ac:spMkLst>
        </pc:spChg>
        <pc:spChg chg="add del mod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17" creationId="{9FB38F2B-6580-9292-8314-1DE3F2BC8761}"/>
          </ac:spMkLst>
        </pc:spChg>
        <pc:spChg chg="del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19" creationId="{0660416B-E158-922D-FAC6-BD4F348800C3}"/>
          </ac:spMkLst>
        </pc:spChg>
        <pc:spChg chg="del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21" creationId="{8B708AD7-B123-C556-E048-098104BD1E72}"/>
          </ac:spMkLst>
        </pc:spChg>
        <pc:spChg chg="del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23" creationId="{49E03FA1-5F77-7DB7-B4A3-9D1675F4B6CE}"/>
          </ac:spMkLst>
        </pc:spChg>
        <pc:spChg chg="add del mod">
          <ac:chgData name="Derin Girish" userId="dcb8619975e2e7a9" providerId="LiveId" clId="{D482622C-C340-4B3D-809E-D698170F6D53}" dt="2026-05-29T08:54:41.014" v="852" actId="478"/>
          <ac:spMkLst>
            <pc:docMk/>
            <pc:sldMk cId="2300940823" sldId="296"/>
            <ac:spMk id="25" creationId="{30C1552D-E6CE-C7AE-39DE-DF2CFCFD5B77}"/>
          </ac:spMkLst>
        </pc:spChg>
        <pc:spChg chg="del mod">
          <ac:chgData name="Derin Girish" userId="dcb8619975e2e7a9" providerId="LiveId" clId="{D482622C-C340-4B3D-809E-D698170F6D53}" dt="2026-05-29T08:54:38.282" v="851" actId="478"/>
          <ac:spMkLst>
            <pc:docMk/>
            <pc:sldMk cId="2300940823" sldId="296"/>
            <ac:spMk id="247" creationId="{89897F66-6DDA-8DAE-931B-F31608CF0B31}"/>
          </ac:spMkLst>
        </pc:spChg>
        <pc:spChg chg="del mod">
          <ac:chgData name="Derin Girish" userId="dcb8619975e2e7a9" providerId="LiveId" clId="{D482622C-C340-4B3D-809E-D698170F6D53}" dt="2026-05-29T08:54:38.282" v="851" actId="478"/>
          <ac:spMkLst>
            <pc:docMk/>
            <pc:sldMk cId="2300940823" sldId="296"/>
            <ac:spMk id="248" creationId="{FF0F56FF-1049-DE4C-0B59-2DB610EB101A}"/>
          </ac:spMkLst>
        </pc:spChg>
        <pc:spChg chg="del">
          <ac:chgData name="Derin Girish" userId="dcb8619975e2e7a9" providerId="LiveId" clId="{D482622C-C340-4B3D-809E-D698170F6D53}" dt="2026-05-29T08:54:38.282" v="851" actId="478"/>
          <ac:spMkLst>
            <pc:docMk/>
            <pc:sldMk cId="2300940823" sldId="296"/>
            <ac:spMk id="249" creationId="{F0D62387-A0E1-5D3E-2BFD-FBFDAFE6798D}"/>
          </ac:spMkLst>
        </pc:spChg>
        <pc:spChg chg="del">
          <ac:chgData name="Derin Girish" userId="dcb8619975e2e7a9" providerId="LiveId" clId="{D482622C-C340-4B3D-809E-D698170F6D53}" dt="2026-05-29T08:54:38.282" v="851" actId="478"/>
          <ac:spMkLst>
            <pc:docMk/>
            <pc:sldMk cId="2300940823" sldId="296"/>
            <ac:spMk id="251" creationId="{3E8DF07F-C5F1-DCF0-B182-4A599431BF68}"/>
          </ac:spMkLst>
        </pc:spChg>
        <pc:spChg chg="mod">
          <ac:chgData name="Derin Girish" userId="dcb8619975e2e7a9" providerId="LiveId" clId="{D482622C-C340-4B3D-809E-D698170F6D53}" dt="2026-05-29T08:55:31.802" v="875" actId="1076"/>
          <ac:spMkLst>
            <pc:docMk/>
            <pc:sldMk cId="2300940823" sldId="296"/>
            <ac:spMk id="252" creationId="{68D14399-5957-1AAE-08EE-71542B98F8E1}"/>
          </ac:spMkLst>
        </pc:spChg>
        <pc:spChg chg="del">
          <ac:chgData name="Derin Girish" userId="dcb8619975e2e7a9" providerId="LiveId" clId="{D482622C-C340-4B3D-809E-D698170F6D53}" dt="2026-05-29T08:54:38.282" v="851" actId="478"/>
          <ac:spMkLst>
            <pc:docMk/>
            <pc:sldMk cId="2300940823" sldId="296"/>
            <ac:spMk id="255" creationId="{6B62DE98-A330-AE57-4BAD-E51E0DBEF803}"/>
          </ac:spMkLst>
        </pc:spChg>
        <pc:spChg chg="del">
          <ac:chgData name="Derin Girish" userId="dcb8619975e2e7a9" providerId="LiveId" clId="{D482622C-C340-4B3D-809E-D698170F6D53}" dt="2026-05-29T08:54:38.282" v="851" actId="478"/>
          <ac:spMkLst>
            <pc:docMk/>
            <pc:sldMk cId="2300940823" sldId="296"/>
            <ac:spMk id="256" creationId="{F5D1B7FA-8C19-ED6E-6D3E-3BEF44992EA9}"/>
          </ac:spMkLst>
        </pc:spChg>
      </pc:sldChg>
      <pc:sldChg chg="add del ord">
        <pc:chgData name="Derin Girish" userId="dcb8619975e2e7a9" providerId="LiveId" clId="{D482622C-C340-4B3D-809E-D698170F6D53}" dt="2026-05-29T06:34:03.720" v="198" actId="47"/>
        <pc:sldMkLst>
          <pc:docMk/>
          <pc:sldMk cId="464564477" sldId="297"/>
        </pc:sldMkLst>
      </pc:sldChg>
      <pc:sldChg chg="addSp delSp modSp new del mod">
        <pc:chgData name="Derin Girish" userId="dcb8619975e2e7a9" providerId="LiveId" clId="{D482622C-C340-4B3D-809E-D698170F6D53}" dt="2026-05-29T09:06:55.276" v="922" actId="2696"/>
        <pc:sldMkLst>
          <pc:docMk/>
          <pc:sldMk cId="632378441" sldId="297"/>
        </pc:sldMkLst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2" creationId="{9D3645B4-CA34-F0C3-D62E-0E45818ED15C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3" creationId="{C8DF4C47-36C0-42B4-4D4A-9785D8227A98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4" creationId="{E03C723C-5081-C844-ABE7-817C17256428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6" creationId="{FBA75ABC-0136-00EF-450D-D4F89B217420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7" creationId="{9F9F19F0-4186-9848-D09C-C55D6D5EAE2D}"/>
          </ac:spMkLst>
        </pc:spChg>
        <pc:spChg chg="del">
          <ac:chgData name="Derin Girish" userId="dcb8619975e2e7a9" providerId="LiveId" clId="{D482622C-C340-4B3D-809E-D698170F6D53}" dt="2026-05-29T06:34:14.980" v="201" actId="478"/>
          <ac:spMkLst>
            <pc:docMk/>
            <pc:sldMk cId="632378441" sldId="297"/>
            <ac:spMk id="8" creationId="{0307592F-3633-7B98-F036-3E5467E1E3C3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9" creationId="{BD8FE0B0-1A6D-F8F3-9D98-2BFD3C0F12E7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10" creationId="{7F125E59-4DC1-32EF-825B-B074F9548C96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11" creationId="{B618FE44-14B4-2D1E-E170-B6185C2049E5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12" creationId="{CE7D0A6E-7C09-5BE8-F977-611E8E08D1E3}"/>
          </ac:spMkLst>
        </pc:spChg>
        <pc:spChg chg="del">
          <ac:chgData name="Derin Girish" userId="dcb8619975e2e7a9" providerId="LiveId" clId="{D482622C-C340-4B3D-809E-D698170F6D53}" dt="2026-05-29T06:34:13.495" v="200" actId="478"/>
          <ac:spMkLst>
            <pc:docMk/>
            <pc:sldMk cId="632378441" sldId="297"/>
            <ac:spMk id="13" creationId="{F107B3DA-3AE3-601B-A687-31D632C9468B}"/>
          </ac:spMkLst>
        </pc:spChg>
        <pc:spChg chg="add del mod">
          <ac:chgData name="Derin Girish" userId="dcb8619975e2e7a9" providerId="LiveId" clId="{D482622C-C340-4B3D-809E-D698170F6D53}" dt="2026-05-29T06:35:57.896" v="233" actId="478"/>
          <ac:spMkLst>
            <pc:docMk/>
            <pc:sldMk cId="632378441" sldId="297"/>
            <ac:spMk id="15" creationId="{B4B9F4A1-6F64-9AA1-7606-484EF2716AB2}"/>
          </ac:spMkLst>
        </pc:spChg>
        <pc:spChg chg="add mod">
          <ac:chgData name="Derin Girish" userId="dcb8619975e2e7a9" providerId="LiveId" clId="{D482622C-C340-4B3D-809E-D698170F6D53}" dt="2026-05-29T08:59:38.056" v="900" actId="108"/>
          <ac:spMkLst>
            <pc:docMk/>
            <pc:sldMk cId="632378441" sldId="297"/>
            <ac:spMk id="19" creationId="{9D6AB731-411F-3BFC-9B3E-C0171DBCDFF9}"/>
          </ac:spMkLst>
        </pc:spChg>
        <pc:spChg chg="add mod">
          <ac:chgData name="Derin Girish" userId="dcb8619975e2e7a9" providerId="LiveId" clId="{D482622C-C340-4B3D-809E-D698170F6D53}" dt="2026-05-29T08:58:36.925" v="887" actId="2711"/>
          <ac:spMkLst>
            <pc:docMk/>
            <pc:sldMk cId="632378441" sldId="297"/>
            <ac:spMk id="20" creationId="{53BC7E1A-E746-90F2-6986-50623569006A}"/>
          </ac:spMkLst>
        </pc:spChg>
        <pc:picChg chg="add mod ord">
          <ac:chgData name="Derin Girish" userId="dcb8619975e2e7a9" providerId="LiveId" clId="{D482622C-C340-4B3D-809E-D698170F6D53}" dt="2026-05-29T08:45:06.663" v="693" actId="14100"/>
          <ac:picMkLst>
            <pc:docMk/>
            <pc:sldMk cId="632378441" sldId="297"/>
            <ac:picMk id="2" creationId="{27D697EA-B642-EB17-5D1A-3E67187D13A9}"/>
          </ac:picMkLst>
        </pc:picChg>
        <pc:picChg chg="add del mod">
          <ac:chgData name="Derin Girish" userId="dcb8619975e2e7a9" providerId="LiveId" clId="{D482622C-C340-4B3D-809E-D698170F6D53}" dt="2026-05-29T08:44:30.219" v="685" actId="478"/>
          <ac:picMkLst>
            <pc:docMk/>
            <pc:sldMk cId="632378441" sldId="297"/>
            <ac:picMk id="17" creationId="{99224568-0947-942B-03EE-BEC466CA599E}"/>
          </ac:picMkLst>
        </pc:picChg>
      </pc:sldChg>
      <pc:sldChg chg="addSp delSp modSp add del mod ord">
        <pc:chgData name="Derin Girish" userId="dcb8619975e2e7a9" providerId="LiveId" clId="{D482622C-C340-4B3D-809E-D698170F6D53}" dt="2026-05-29T09:12:54.570" v="994" actId="2696"/>
        <pc:sldMkLst>
          <pc:docMk/>
          <pc:sldMk cId="1825886522" sldId="298"/>
        </pc:sldMkLst>
        <pc:spChg chg="mod">
          <ac:chgData name="Derin Girish" userId="dcb8619975e2e7a9" providerId="LiveId" clId="{D482622C-C340-4B3D-809E-D698170F6D53}" dt="2026-05-29T09:11:42.685" v="978"/>
          <ac:spMkLst>
            <pc:docMk/>
            <pc:sldMk cId="1825886522" sldId="298"/>
            <ac:spMk id="19" creationId="{970CAACE-F500-A232-D1E8-6567DF9ACA63}"/>
          </ac:spMkLst>
        </pc:spChg>
        <pc:spChg chg="mod">
          <ac:chgData name="Derin Girish" userId="dcb8619975e2e7a9" providerId="LiveId" clId="{D482622C-C340-4B3D-809E-D698170F6D53}" dt="2026-05-29T08:49:38.537" v="759" actId="12788"/>
          <ac:spMkLst>
            <pc:docMk/>
            <pc:sldMk cId="1825886522" sldId="298"/>
            <ac:spMk id="20" creationId="{3CDD1494-56AD-C436-EFE4-1FA70D8E93F7}"/>
          </ac:spMkLst>
        </pc:spChg>
        <pc:picChg chg="add del mod">
          <ac:chgData name="Derin Girish" userId="dcb8619975e2e7a9" providerId="LiveId" clId="{D482622C-C340-4B3D-809E-D698170F6D53}" dt="2026-05-29T06:59:10.428" v="494" actId="478"/>
          <ac:picMkLst>
            <pc:docMk/>
            <pc:sldMk cId="1825886522" sldId="298"/>
            <ac:picMk id="3" creationId="{9BAEA77C-6CDD-E45F-5DE5-A7DABFE10E98}"/>
          </ac:picMkLst>
        </pc:picChg>
        <pc:picChg chg="add mod">
          <ac:chgData name="Derin Girish" userId="dcb8619975e2e7a9" providerId="LiveId" clId="{D482622C-C340-4B3D-809E-D698170F6D53}" dt="2026-05-29T06:59:18.187" v="498" actId="14100"/>
          <ac:picMkLst>
            <pc:docMk/>
            <pc:sldMk cId="1825886522" sldId="298"/>
            <ac:picMk id="5" creationId="{04B6B1ED-0079-2339-C967-4140471133A9}"/>
          </ac:picMkLst>
        </pc:picChg>
        <pc:picChg chg="del">
          <ac:chgData name="Derin Girish" userId="dcb8619975e2e7a9" providerId="LiveId" clId="{D482622C-C340-4B3D-809E-D698170F6D53}" dt="2026-05-29T06:44:04.204" v="326" actId="478"/>
          <ac:picMkLst>
            <pc:docMk/>
            <pc:sldMk cId="1825886522" sldId="298"/>
            <ac:picMk id="17" creationId="{1EDC532B-F1BA-C626-94BE-596576617F4C}"/>
          </ac:picMkLst>
        </pc:picChg>
      </pc:sldChg>
      <pc:sldChg chg="addSp delSp modSp add del mod">
        <pc:chgData name="Derin Girish" userId="dcb8619975e2e7a9" providerId="LiveId" clId="{D482622C-C340-4B3D-809E-D698170F6D53}" dt="2026-05-29T09:11:45.745" v="980" actId="2696"/>
        <pc:sldMkLst>
          <pc:docMk/>
          <pc:sldMk cId="614332186" sldId="299"/>
        </pc:sldMkLst>
        <pc:spChg chg="mod">
          <ac:chgData name="Derin Girish" userId="dcb8619975e2e7a9" providerId="LiveId" clId="{D482622C-C340-4B3D-809E-D698170F6D53}" dt="2026-05-29T08:49:28.815" v="758" actId="1038"/>
          <ac:spMkLst>
            <pc:docMk/>
            <pc:sldMk cId="614332186" sldId="299"/>
            <ac:spMk id="19" creationId="{84A09DAE-CD7C-315C-E067-73BA12FA339C}"/>
          </ac:spMkLst>
        </pc:spChg>
        <pc:spChg chg="mod">
          <ac:chgData name="Derin Girish" userId="dcb8619975e2e7a9" providerId="LiveId" clId="{D482622C-C340-4B3D-809E-D698170F6D53}" dt="2026-05-29T08:49:07.043" v="731" actId="12788"/>
          <ac:spMkLst>
            <pc:docMk/>
            <pc:sldMk cId="614332186" sldId="299"/>
            <ac:spMk id="20" creationId="{520CFE47-9C8A-3A38-C632-EEA2EAF37415}"/>
          </ac:spMkLst>
        </pc:spChg>
        <pc:picChg chg="del">
          <ac:chgData name="Derin Girish" userId="dcb8619975e2e7a9" providerId="LiveId" clId="{D482622C-C340-4B3D-809E-D698170F6D53}" dt="2026-05-29T06:46:58.534" v="344" actId="478"/>
          <ac:picMkLst>
            <pc:docMk/>
            <pc:sldMk cId="614332186" sldId="299"/>
            <ac:picMk id="3" creationId="{EF90FD00-F24A-B765-89C6-5BF7696A6B3F}"/>
          </ac:picMkLst>
        </pc:picChg>
        <pc:picChg chg="add mod ord">
          <ac:chgData name="Derin Girish" userId="dcb8619975e2e7a9" providerId="LiveId" clId="{D482622C-C340-4B3D-809E-D698170F6D53}" dt="2026-05-29T08:49:11.138" v="732" actId="12788"/>
          <ac:picMkLst>
            <pc:docMk/>
            <pc:sldMk cId="614332186" sldId="299"/>
            <ac:picMk id="4" creationId="{8B71B7FA-446E-4CD9-373B-0204BBD6A010}"/>
          </ac:picMkLst>
        </pc:picChg>
      </pc:sldChg>
      <pc:sldChg chg="modSp add del mod">
        <pc:chgData name="Derin Girish" userId="dcb8619975e2e7a9" providerId="LiveId" clId="{D482622C-C340-4B3D-809E-D698170F6D53}" dt="2026-05-29T09:09:53.694" v="953" actId="2696"/>
        <pc:sldMkLst>
          <pc:docMk/>
          <pc:sldMk cId="1946418824" sldId="300"/>
        </pc:sldMkLst>
        <pc:spChg chg="mod">
          <ac:chgData name="Derin Girish" userId="dcb8619975e2e7a9" providerId="LiveId" clId="{D482622C-C340-4B3D-809E-D698170F6D53}" dt="2026-05-29T08:48:22.620" v="726" actId="12788"/>
          <ac:spMkLst>
            <pc:docMk/>
            <pc:sldMk cId="1946418824" sldId="300"/>
            <ac:spMk id="20" creationId="{D4407752-105E-0E07-8EDF-1CE14C944ACD}"/>
          </ac:spMkLst>
        </pc:spChg>
      </pc:sldChg>
      <pc:sldChg chg="add del">
        <pc:chgData name="Derin Girish" userId="dcb8619975e2e7a9" providerId="LiveId" clId="{D482622C-C340-4B3D-809E-D698170F6D53}" dt="2026-05-29T06:58:28.595" v="458" actId="2696"/>
        <pc:sldMkLst>
          <pc:docMk/>
          <pc:sldMk cId="3741416711" sldId="300"/>
        </pc:sldMkLst>
      </pc:sldChg>
      <pc:sldChg chg="addSp delSp modSp add mod">
        <pc:chgData name="Derin Girish" userId="dcb8619975e2e7a9" providerId="LiveId" clId="{D482622C-C340-4B3D-809E-D698170F6D53}" dt="2026-05-29T09:13:39.672" v="1015" actId="1076"/>
        <pc:sldMkLst>
          <pc:docMk/>
          <pc:sldMk cId="1310950461" sldId="301"/>
        </pc:sldMkLst>
        <pc:spChg chg="add">
          <ac:chgData name="Derin Girish" userId="dcb8619975e2e7a9" providerId="LiveId" clId="{D482622C-C340-4B3D-809E-D698170F6D53}" dt="2026-05-29T07:03:14.691" v="566"/>
          <ac:spMkLst>
            <pc:docMk/>
            <pc:sldMk cId="1310950461" sldId="301"/>
            <ac:spMk id="4" creationId="{D198F92B-E819-17F4-D236-B7AC1115FD7E}"/>
          </ac:spMkLst>
        </pc:spChg>
        <pc:spChg chg="add del">
          <ac:chgData name="Derin Girish" userId="dcb8619975e2e7a9" providerId="LiveId" clId="{D482622C-C340-4B3D-809E-D698170F6D53}" dt="2026-05-29T07:03:23.049" v="568" actId="478"/>
          <ac:spMkLst>
            <pc:docMk/>
            <pc:sldMk cId="1310950461" sldId="301"/>
            <ac:spMk id="6" creationId="{E18E7676-9164-728D-9C62-F466CA431770}"/>
          </ac:spMkLst>
        </pc:spChg>
        <pc:spChg chg="mod">
          <ac:chgData name="Derin Girish" userId="dcb8619975e2e7a9" providerId="LiveId" clId="{D482622C-C340-4B3D-809E-D698170F6D53}" dt="2026-05-29T09:13:39.672" v="1015" actId="1076"/>
          <ac:spMkLst>
            <pc:docMk/>
            <pc:sldMk cId="1310950461" sldId="301"/>
            <ac:spMk id="19" creationId="{CBC416EC-4380-DBD5-1FF6-D013B562DB21}"/>
          </ac:spMkLst>
        </pc:spChg>
        <pc:spChg chg="mod">
          <ac:chgData name="Derin Girish" userId="dcb8619975e2e7a9" providerId="LiveId" clId="{D482622C-C340-4B3D-809E-D698170F6D53}" dt="2026-05-29T08:58:02.124" v="882" actId="12788"/>
          <ac:spMkLst>
            <pc:docMk/>
            <pc:sldMk cId="1310950461" sldId="301"/>
            <ac:spMk id="20" creationId="{03301667-2EBE-2C1F-DB4E-11143BDF0320}"/>
          </ac:spMkLst>
        </pc:spChg>
        <pc:picChg chg="add del mod">
          <ac:chgData name="Derin Girish" userId="dcb8619975e2e7a9" providerId="LiveId" clId="{D482622C-C340-4B3D-809E-D698170F6D53}" dt="2026-05-29T08:53:06.856" v="796" actId="478"/>
          <ac:picMkLst>
            <pc:docMk/>
            <pc:sldMk cId="1310950461" sldId="301"/>
            <ac:picMk id="3" creationId="{816D3508-5108-DF64-D25D-0B1DBDBBA4B2}"/>
          </ac:picMkLst>
        </pc:picChg>
        <pc:picChg chg="add mod">
          <ac:chgData name="Derin Girish" userId="dcb8619975e2e7a9" providerId="LiveId" clId="{D482622C-C340-4B3D-809E-D698170F6D53}" dt="2026-05-29T09:13:39.672" v="1015" actId="1076"/>
          <ac:picMkLst>
            <pc:docMk/>
            <pc:sldMk cId="1310950461" sldId="301"/>
            <ac:picMk id="4" creationId="{56BB9EAF-35DF-FF52-92E9-B3FE3A8F90F3}"/>
          </ac:picMkLst>
        </pc:picChg>
        <pc:picChg chg="del">
          <ac:chgData name="Derin Girish" userId="dcb8619975e2e7a9" providerId="LiveId" clId="{D482622C-C340-4B3D-809E-D698170F6D53}" dt="2026-05-29T07:01:50.270" v="555" actId="478"/>
          <ac:picMkLst>
            <pc:docMk/>
            <pc:sldMk cId="1310950461" sldId="301"/>
            <ac:picMk id="5" creationId="{060CEEE8-DBBB-90E5-81AD-E605AD57DADB}"/>
          </ac:picMkLst>
        </pc:picChg>
      </pc:sldChg>
      <pc:sldChg chg="addSp delSp modSp add del mod">
        <pc:chgData name="Derin Girish" userId="dcb8619975e2e7a9" providerId="LiveId" clId="{D482622C-C340-4B3D-809E-D698170F6D53}" dt="2026-05-29T09:18:35.795" v="1057" actId="2696"/>
        <pc:sldMkLst>
          <pc:docMk/>
          <pc:sldMk cId="1887327043" sldId="302"/>
        </pc:sldMkLst>
        <pc:spChg chg="mod">
          <ac:chgData name="Derin Girish" userId="dcb8619975e2e7a9" providerId="LiveId" clId="{D482622C-C340-4B3D-809E-D698170F6D53}" dt="2026-05-29T09:14:14.803" v="1017"/>
          <ac:spMkLst>
            <pc:docMk/>
            <pc:sldMk cId="1887327043" sldId="302"/>
            <ac:spMk id="19" creationId="{E232FE9A-CDD3-9F91-328E-7C071DDFC6DB}"/>
          </ac:spMkLst>
        </pc:spChg>
        <pc:spChg chg="mod">
          <ac:chgData name="Derin Girish" userId="dcb8619975e2e7a9" providerId="LiveId" clId="{D482622C-C340-4B3D-809E-D698170F6D53}" dt="2026-05-29T07:13:28.220" v="660" actId="12788"/>
          <ac:spMkLst>
            <pc:docMk/>
            <pc:sldMk cId="1887327043" sldId="302"/>
            <ac:spMk id="20" creationId="{98600C2C-7BF8-E0B4-D8E7-C5AFF3476D15}"/>
          </ac:spMkLst>
        </pc:spChg>
        <pc:grpChg chg="add mod">
          <ac:chgData name="Derin Girish" userId="dcb8619975e2e7a9" providerId="LiveId" clId="{D482622C-C340-4B3D-809E-D698170F6D53}" dt="2026-05-29T07:13:39.899" v="663" actId="12788"/>
          <ac:grpSpMkLst>
            <pc:docMk/>
            <pc:sldMk cId="1887327043" sldId="302"/>
            <ac:grpSpMk id="7" creationId="{DDAF24F0-41A2-C94A-5894-0723CF7388F7}"/>
          </ac:grpSpMkLst>
        </pc:grpChg>
        <pc:picChg chg="del">
          <ac:chgData name="Derin Girish" userId="dcb8619975e2e7a9" providerId="LiveId" clId="{D482622C-C340-4B3D-809E-D698170F6D53}" dt="2026-05-29T07:09:57.525" v="587" actId="478"/>
          <ac:picMkLst>
            <pc:docMk/>
            <pc:sldMk cId="1887327043" sldId="302"/>
            <ac:picMk id="3" creationId="{5E05AC27-4685-0B3A-0724-822B2FDACDF2}"/>
          </ac:picMkLst>
        </pc:picChg>
        <pc:picChg chg="add mod">
          <ac:chgData name="Derin Girish" userId="dcb8619975e2e7a9" providerId="LiveId" clId="{D482622C-C340-4B3D-809E-D698170F6D53}" dt="2026-05-29T07:13:36.660" v="662" actId="164"/>
          <ac:picMkLst>
            <pc:docMk/>
            <pc:sldMk cId="1887327043" sldId="302"/>
            <ac:picMk id="4" creationId="{B7FDC71B-CCD9-1A8C-B2E3-11E1DC27823D}"/>
          </ac:picMkLst>
        </pc:picChg>
        <pc:picChg chg="add mod">
          <ac:chgData name="Derin Girish" userId="dcb8619975e2e7a9" providerId="LiveId" clId="{D482622C-C340-4B3D-809E-D698170F6D53}" dt="2026-05-29T07:13:36.660" v="662" actId="164"/>
          <ac:picMkLst>
            <pc:docMk/>
            <pc:sldMk cId="1887327043" sldId="302"/>
            <ac:picMk id="6" creationId="{1957FE61-3793-CF38-4723-2CD78D0B5EF9}"/>
          </ac:picMkLst>
        </pc:picChg>
      </pc:sldChg>
      <pc:sldChg chg="modSp add del mod">
        <pc:chgData name="Derin Girish" userId="dcb8619975e2e7a9" providerId="LiveId" clId="{D482622C-C340-4B3D-809E-D698170F6D53}" dt="2026-05-29T09:08:29.970" v="935" actId="2696"/>
        <pc:sldMkLst>
          <pc:docMk/>
          <pc:sldMk cId="760539261" sldId="303"/>
        </pc:sldMkLst>
        <pc:spChg chg="mod">
          <ac:chgData name="Derin Girish" userId="dcb8619975e2e7a9" providerId="LiveId" clId="{D482622C-C340-4B3D-809E-D698170F6D53}" dt="2026-05-29T08:59:27.911" v="899" actId="108"/>
          <ac:spMkLst>
            <pc:docMk/>
            <pc:sldMk cId="760539261" sldId="303"/>
            <ac:spMk id="19" creationId="{6F1AD42F-B51F-417E-D11D-AA0C5FC948E6}"/>
          </ac:spMkLst>
        </pc:spChg>
        <pc:spChg chg="mod">
          <ac:chgData name="Derin Girish" userId="dcb8619975e2e7a9" providerId="LiveId" clId="{D482622C-C340-4B3D-809E-D698170F6D53}" dt="2026-05-29T08:58:59.538" v="898" actId="2711"/>
          <ac:spMkLst>
            <pc:docMk/>
            <pc:sldMk cId="760539261" sldId="303"/>
            <ac:spMk id="20" creationId="{7E8BA5B7-18A2-D131-D098-06CCA24B975F}"/>
          </ac:spMkLst>
        </pc:spChg>
        <pc:picChg chg="mod">
          <ac:chgData name="Derin Girish" userId="dcb8619975e2e7a9" providerId="LiveId" clId="{D482622C-C340-4B3D-809E-D698170F6D53}" dt="2026-05-29T08:47:44.012" v="723" actId="1076"/>
          <ac:picMkLst>
            <pc:docMk/>
            <pc:sldMk cId="760539261" sldId="303"/>
            <ac:picMk id="17" creationId="{93A63D07-B8E9-46C9-5CF8-B35D213CCE34}"/>
          </ac:picMkLst>
        </pc:picChg>
      </pc:sldChg>
      <pc:sldChg chg="modSp add mod">
        <pc:chgData name="Derin Girish" userId="dcb8619975e2e7a9" providerId="LiveId" clId="{D482622C-C340-4B3D-809E-D698170F6D53}" dt="2026-05-29T09:05:55.842" v="921" actId="1076"/>
        <pc:sldMkLst>
          <pc:docMk/>
          <pc:sldMk cId="4104176902" sldId="304"/>
        </pc:sldMkLst>
        <pc:spChg chg="mod">
          <ac:chgData name="Derin Girish" userId="dcb8619975e2e7a9" providerId="LiveId" clId="{D482622C-C340-4B3D-809E-D698170F6D53}" dt="2026-05-29T09:05:55.842" v="921" actId="1076"/>
          <ac:spMkLst>
            <pc:docMk/>
            <pc:sldMk cId="4104176902" sldId="304"/>
            <ac:spMk id="19" creationId="{14AD433B-0D7D-6C49-7D56-F75520B4E053}"/>
          </ac:spMkLst>
        </pc:spChg>
      </pc:sldChg>
      <pc:sldChg chg="modSp add mod">
        <pc:chgData name="Derin Girish" userId="dcb8619975e2e7a9" providerId="LiveId" clId="{D482622C-C340-4B3D-809E-D698170F6D53}" dt="2026-05-29T09:07:22.159" v="934" actId="20577"/>
        <pc:sldMkLst>
          <pc:docMk/>
          <pc:sldMk cId="4290830822" sldId="305"/>
        </pc:sldMkLst>
        <pc:spChg chg="mod">
          <ac:chgData name="Derin Girish" userId="dcb8619975e2e7a9" providerId="LiveId" clId="{D482622C-C340-4B3D-809E-D698170F6D53}" dt="2026-05-29T09:07:22.159" v="934" actId="20577"/>
          <ac:spMkLst>
            <pc:docMk/>
            <pc:sldMk cId="4290830822" sldId="305"/>
            <ac:spMk id="19" creationId="{4207AB05-E76B-DB2D-D414-FD52A18A5445}"/>
          </ac:spMkLst>
        </pc:spChg>
      </pc:sldChg>
      <pc:sldChg chg="modSp add mod">
        <pc:chgData name="Derin Girish" userId="dcb8619975e2e7a9" providerId="LiveId" clId="{D482622C-C340-4B3D-809E-D698170F6D53}" dt="2026-05-29T09:09:07.483" v="952" actId="1076"/>
        <pc:sldMkLst>
          <pc:docMk/>
          <pc:sldMk cId="2071141675" sldId="306"/>
        </pc:sldMkLst>
        <pc:spChg chg="mod">
          <ac:chgData name="Derin Girish" userId="dcb8619975e2e7a9" providerId="LiveId" clId="{D482622C-C340-4B3D-809E-D698170F6D53}" dt="2026-05-29T09:09:07.483" v="952" actId="1076"/>
          <ac:spMkLst>
            <pc:docMk/>
            <pc:sldMk cId="2071141675" sldId="306"/>
            <ac:spMk id="19" creationId="{AF27D779-8A0A-001B-CCE1-A667A527FFA8}"/>
          </ac:spMkLst>
        </pc:spChg>
      </pc:sldChg>
      <pc:sldChg chg="modSp add mod">
        <pc:chgData name="Derin Girish" userId="dcb8619975e2e7a9" providerId="LiveId" clId="{D482622C-C340-4B3D-809E-D698170F6D53}" dt="2026-05-29T09:10:43.258" v="972" actId="12788"/>
        <pc:sldMkLst>
          <pc:docMk/>
          <pc:sldMk cId="3288897125" sldId="307"/>
        </pc:sldMkLst>
        <pc:spChg chg="mod">
          <ac:chgData name="Derin Girish" userId="dcb8619975e2e7a9" providerId="LiveId" clId="{D482622C-C340-4B3D-809E-D698170F6D53}" dt="2026-05-29T09:10:43.258" v="972" actId="12788"/>
          <ac:spMkLst>
            <pc:docMk/>
            <pc:sldMk cId="3288897125" sldId="307"/>
            <ac:spMk id="19" creationId="{AC82B346-9336-CD7C-3617-8DD5B7E71E60}"/>
          </ac:spMkLst>
        </pc:spChg>
      </pc:sldChg>
      <pc:sldChg chg="modSp add mod">
        <pc:chgData name="Derin Girish" userId="dcb8619975e2e7a9" providerId="LiveId" clId="{D482622C-C340-4B3D-809E-D698170F6D53}" dt="2026-05-29T09:12:12.937" v="993" actId="1076"/>
        <pc:sldMkLst>
          <pc:docMk/>
          <pc:sldMk cId="1575938015" sldId="308"/>
        </pc:sldMkLst>
        <pc:spChg chg="mod">
          <ac:chgData name="Derin Girish" userId="dcb8619975e2e7a9" providerId="LiveId" clId="{D482622C-C340-4B3D-809E-D698170F6D53}" dt="2026-05-29T09:12:12.937" v="993" actId="1076"/>
          <ac:spMkLst>
            <pc:docMk/>
            <pc:sldMk cId="1575938015" sldId="308"/>
            <ac:spMk id="19" creationId="{30B0358B-7725-EF99-18AC-A621A3C9D86A}"/>
          </ac:spMkLst>
        </pc:spChg>
      </pc:sldChg>
      <pc:sldChg chg="modSp add mod">
        <pc:chgData name="Derin Girish" userId="dcb8619975e2e7a9" providerId="LiveId" clId="{D482622C-C340-4B3D-809E-D698170F6D53}" dt="2026-05-29T09:16:06.410" v="1056" actId="1076"/>
        <pc:sldMkLst>
          <pc:docMk/>
          <pc:sldMk cId="2656889026" sldId="309"/>
        </pc:sldMkLst>
        <pc:spChg chg="mod">
          <ac:chgData name="Derin Girish" userId="dcb8619975e2e7a9" providerId="LiveId" clId="{D482622C-C340-4B3D-809E-D698170F6D53}" dt="2026-05-29T09:16:06.410" v="1056" actId="1076"/>
          <ac:spMkLst>
            <pc:docMk/>
            <pc:sldMk cId="2656889026" sldId="309"/>
            <ac:spMk id="19" creationId="{4F1EC12B-0DF6-4095-F380-53A46DDF4BF7}"/>
          </ac:spMkLst>
        </pc:spChg>
        <pc:spChg chg="mod">
          <ac:chgData name="Derin Girish" userId="dcb8619975e2e7a9" providerId="LiveId" clId="{D482622C-C340-4B3D-809E-D698170F6D53}" dt="2026-05-29T09:15:55.246" v="1053" actId="1076"/>
          <ac:spMkLst>
            <pc:docMk/>
            <pc:sldMk cId="2656889026" sldId="309"/>
            <ac:spMk id="20" creationId="{F569E68F-29C0-7D85-FE4C-D8A4C3F1D2B3}"/>
          </ac:spMkLst>
        </pc:spChg>
        <pc:grpChg chg="mod">
          <ac:chgData name="Derin Girish" userId="dcb8619975e2e7a9" providerId="LiveId" clId="{D482622C-C340-4B3D-809E-D698170F6D53}" dt="2026-05-29T09:16:00.903" v="1054" actId="1076"/>
          <ac:grpSpMkLst>
            <pc:docMk/>
            <pc:sldMk cId="2656889026" sldId="309"/>
            <ac:grpSpMk id="7" creationId="{E26E1A72-F9B2-CE04-B793-D5993606E8CF}"/>
          </ac:grpSpMkLst>
        </pc:grpChg>
      </pc:sldChg>
      <pc:sldMasterChg chg="delSldLayout">
        <pc:chgData name="Derin Girish" userId="dcb8619975e2e7a9" providerId="LiveId" clId="{D482622C-C340-4B3D-809E-D698170F6D53}" dt="2026-05-29T08:57:03.649" v="876" actId="47"/>
        <pc:sldMasterMkLst>
          <pc:docMk/>
          <pc:sldMasterMk cId="0" sldId="2147483675"/>
        </pc:sldMasterMkLst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49"/>
          </pc:sldLayoutMkLst>
        </pc:sldLayoutChg>
        <pc:sldLayoutChg chg="del">
          <pc:chgData name="Derin Girish" userId="dcb8619975e2e7a9" providerId="LiveId" clId="{D482622C-C340-4B3D-809E-D698170F6D53}" dt="2026-05-29T08:44:22.248" v="683" actId="2696"/>
          <pc:sldLayoutMkLst>
            <pc:docMk/>
            <pc:sldMasterMk cId="0" sldId="2147483675"/>
            <pc:sldLayoutMk cId="0" sldId="2147483650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51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52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53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56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57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1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2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3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4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5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6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7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8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69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5"/>
            <pc:sldLayoutMk cId="0" sldId="2147483670"/>
          </pc:sldLayoutMkLst>
        </pc:sldLayoutChg>
      </pc:sldMasterChg>
      <pc:sldMasterChg chg="del delSldLayout">
        <pc:chgData name="Derin Girish" userId="dcb8619975e2e7a9" providerId="LiveId" clId="{D482622C-C340-4B3D-809E-D698170F6D53}" dt="2026-05-29T08:57:03.649" v="876" actId="47"/>
        <pc:sldMasterMkLst>
          <pc:docMk/>
          <pc:sldMasterMk cId="0" sldId="2147483676"/>
        </pc:sldMasterMkLst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6"/>
            <pc:sldLayoutMk cId="0" sldId="2147483673"/>
          </pc:sldLayoutMkLst>
        </pc:sldLayoutChg>
        <pc:sldLayoutChg chg="del">
          <pc:chgData name="Derin Girish" userId="dcb8619975e2e7a9" providerId="LiveId" clId="{D482622C-C340-4B3D-809E-D698170F6D53}" dt="2026-05-29T08:57:03.649" v="876" actId="47"/>
          <pc:sldLayoutMkLst>
            <pc:docMk/>
            <pc:sldMasterMk cId="0" sldId="2147483676"/>
            <pc:sldLayoutMk cId="0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F0D286A0-0A5D-362D-2110-CBBF1786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91cf3e0cf_0_22:notes">
            <a:extLst>
              <a:ext uri="{FF2B5EF4-FFF2-40B4-BE49-F238E27FC236}">
                <a16:creationId xmlns:a16="http://schemas.microsoft.com/office/drawing/2014/main" id="{07721513-1F9D-41FC-7B73-A45EEC0A1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91cf3e0cf_0_22:notes">
            <a:extLst>
              <a:ext uri="{FF2B5EF4-FFF2-40B4-BE49-F238E27FC236}">
                <a16:creationId xmlns:a16="http://schemas.microsoft.com/office/drawing/2014/main" id="{F02818EA-28EE-4904-763E-99547219A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09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69800" y="1034675"/>
            <a:ext cx="5804400" cy="18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2" name="Google Shape;52;p8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53" name="Google Shape;53;p8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Google Shape;54;p8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9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60" name="Google Shape;60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" name="Google Shape;61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3" name="Google Shape;63;p9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64" name="Google Shape;64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" name="Google Shape;65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hasCustomPrompt="1"/>
          </p:nvPr>
        </p:nvSpPr>
        <p:spPr>
          <a:xfrm>
            <a:off x="1895480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4015966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6134312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1895480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4015966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134312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1431980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552466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5670812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1431993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552477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5670820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91" name="Google Shape;91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" name="Google Shape;94;p13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95" name="Google Shape;95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" name="Google Shape;96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75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102" name="Google Shape;102;p14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3" name="Google Shape;103;p14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" name="Google Shape;205;p2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26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209" name="Google Shape;209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26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213" name="Google Shape;213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" name="Google Shape;214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59" r:id="rId5"/>
    <p:sldLayoutId id="2147483660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ctrTitle"/>
          </p:nvPr>
        </p:nvSpPr>
        <p:spPr>
          <a:xfrm>
            <a:off x="1137508" y="1381447"/>
            <a:ext cx="6868985" cy="17761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Revenue Data Visualization Analysis</a:t>
            </a:r>
            <a:endParaRPr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95DC2-5268-13A0-BC95-A10C0F46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08E20C-59BC-21AC-441F-F2D461D36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22" y="1361731"/>
            <a:ext cx="4840949" cy="28879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AD433B-0D7D-6C49-7D56-F75520B4E053}"/>
              </a:ext>
            </a:extLst>
          </p:cNvPr>
          <p:cNvSpPr txBox="1"/>
          <p:nvPr/>
        </p:nvSpPr>
        <p:spPr>
          <a:xfrm>
            <a:off x="5480992" y="1794556"/>
            <a:ext cx="3279676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eaLnBrk="0" fontAlgn="base" hangingPunct="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Revenue fluctuated over time</a:t>
            </a:r>
          </a:p>
          <a:p>
            <a:pPr marL="171450" indent="-171450" eaLnBrk="0" fontAlgn="base" hangingPunct="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February 2025 recorded peak revenue</a:t>
            </a:r>
          </a:p>
          <a:p>
            <a:pPr marL="171450" indent="-171450" eaLnBrk="0" fontAlgn="base" hangingPunct="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Sharp decline followed after peak</a:t>
            </a:r>
          </a:p>
          <a:p>
            <a:pPr marL="171450" indent="-171450" eaLnBrk="0" fontAlgn="base" hangingPunct="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Revenue recovered in later months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0BBFE0-2E93-F228-1AF2-F75CC4608E3E}"/>
              </a:ext>
            </a:extLst>
          </p:cNvPr>
          <p:cNvSpPr txBox="1"/>
          <p:nvPr/>
        </p:nvSpPr>
        <p:spPr>
          <a:xfrm>
            <a:off x="3113107" y="527589"/>
            <a:ext cx="29177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REVENUE TREND</a:t>
            </a:r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417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73F2-ACF0-1ED3-32C2-BEA67FAD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93FB3C-F5E2-106F-B1FA-15A5B6DF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25" y="1636263"/>
            <a:ext cx="4305262" cy="25137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207AB05-E76B-DB2D-D414-FD52A18A5445}"/>
              </a:ext>
            </a:extLst>
          </p:cNvPr>
          <p:cNvSpPr txBox="1"/>
          <p:nvPr/>
        </p:nvSpPr>
        <p:spPr>
          <a:xfrm>
            <a:off x="5305494" y="1636263"/>
            <a:ext cx="3118506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Electronics generated highest revenue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Sales mainly concentrated in Electronics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Books and Home showed moderate 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A38B-F3A3-A24E-A7CD-A6024541D89A}"/>
              </a:ext>
            </a:extLst>
          </p:cNvPr>
          <p:cNvSpPr txBox="1"/>
          <p:nvPr/>
        </p:nvSpPr>
        <p:spPr>
          <a:xfrm>
            <a:off x="599598" y="527589"/>
            <a:ext cx="794480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+mj-lt"/>
              </a:rPr>
              <a:t>CATEGORY PERFORMANCE INSIGHTS – FEB 2025</a:t>
            </a:r>
          </a:p>
        </p:txBody>
      </p:sp>
    </p:spTree>
    <p:extLst>
      <p:ext uri="{BB962C8B-B14F-4D97-AF65-F5344CB8AC3E}">
        <p14:creationId xmlns:p14="http://schemas.microsoft.com/office/powerpoint/2010/main" val="429083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CB3E2-CD74-28A0-5252-5E3DE590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F27D779-8A0A-001B-CCE1-A667A527FFA8}"/>
              </a:ext>
            </a:extLst>
          </p:cNvPr>
          <p:cNvSpPr txBox="1"/>
          <p:nvPr/>
        </p:nvSpPr>
        <p:spPr>
          <a:xfrm>
            <a:off x="5650860" y="1882395"/>
            <a:ext cx="3039230" cy="16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Electronics remained top category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Books performed strongly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Home generated lowest revenue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Revenue spread across categories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F72ADF-DF4D-3C91-C453-91D1EC3FD06F}"/>
              </a:ext>
            </a:extLst>
          </p:cNvPr>
          <p:cNvSpPr txBox="1"/>
          <p:nvPr/>
        </p:nvSpPr>
        <p:spPr>
          <a:xfrm>
            <a:off x="1490067" y="527589"/>
            <a:ext cx="61638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CATEGORY PERFORMANCE 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F01F2-1107-14D1-BDAD-5DF511768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7" y="1461915"/>
            <a:ext cx="5054024" cy="274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4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F1CA5-598F-7986-8D28-2DA0234B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A20A89-23EC-90F7-A59A-2A7BBB77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27" y="884989"/>
            <a:ext cx="7453347" cy="26388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82B346-9336-CD7C-3617-8DD5B7E71E60}"/>
              </a:ext>
            </a:extLst>
          </p:cNvPr>
          <p:cNvSpPr txBox="1"/>
          <p:nvPr/>
        </p:nvSpPr>
        <p:spPr>
          <a:xfrm>
            <a:off x="2621969" y="3523819"/>
            <a:ext cx="3900062" cy="106182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Blender was the top-performing product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Top products contributed major revenue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 products showed lower sales potential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C46495-4A39-C8D1-1487-2A8C77CFD08E}"/>
              </a:ext>
            </a:extLst>
          </p:cNvPr>
          <p:cNvSpPr txBox="1"/>
          <p:nvPr/>
        </p:nvSpPr>
        <p:spPr>
          <a:xfrm>
            <a:off x="2069552" y="326655"/>
            <a:ext cx="50048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PRODUCT REVENUE INSIGHTS</a:t>
            </a:r>
          </a:p>
        </p:txBody>
      </p:sp>
    </p:spTree>
    <p:extLst>
      <p:ext uri="{BB962C8B-B14F-4D97-AF65-F5344CB8AC3E}">
        <p14:creationId xmlns:p14="http://schemas.microsoft.com/office/powerpoint/2010/main" val="3288897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C368-18B2-7005-40DD-342C8488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0B0358B-7725-EF99-18AC-A621A3C9D86A}"/>
              </a:ext>
            </a:extLst>
          </p:cNvPr>
          <p:cNvSpPr txBox="1"/>
          <p:nvPr/>
        </p:nvSpPr>
        <p:spPr>
          <a:xfrm>
            <a:off x="5513780" y="1833946"/>
            <a:ext cx="3209200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Cash on Delivery was most preferred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Digital payments showed balanced usage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used multiple payment options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A6FB6B-00C2-1DD8-C2D9-9E54BE130B8A}"/>
              </a:ext>
            </a:extLst>
          </p:cNvPr>
          <p:cNvSpPr txBox="1"/>
          <p:nvPr/>
        </p:nvSpPr>
        <p:spPr>
          <a:xfrm>
            <a:off x="1689640" y="527589"/>
            <a:ext cx="57647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PAYMENT METHOD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88AD5-E3CE-D700-1A65-B1B58B1D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21" y="1389348"/>
            <a:ext cx="4855458" cy="301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3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37F0-7EAC-1096-A42B-271CEE97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BC416EC-4380-DBD5-1FF6-D013B562DB21}"/>
              </a:ext>
            </a:extLst>
          </p:cNvPr>
          <p:cNvSpPr txBox="1"/>
          <p:nvPr/>
        </p:nvSpPr>
        <p:spPr>
          <a:xfrm>
            <a:off x="6114081" y="1997408"/>
            <a:ext cx="2781947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Delivered orders were highest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Returns and processing orders were noticeable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Fulfillment improvement may reduce delays</a:t>
            </a:r>
            <a:endParaRPr lang="en-US" sz="1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301667-2EBE-2C1F-DB4E-11143BDF0320}"/>
              </a:ext>
            </a:extLst>
          </p:cNvPr>
          <p:cNvSpPr txBox="1"/>
          <p:nvPr/>
        </p:nvSpPr>
        <p:spPr>
          <a:xfrm>
            <a:off x="1339385" y="427723"/>
            <a:ext cx="64652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500" b="1" dirty="0">
                <a:latin typeface="+mj-lt"/>
                <a:cs typeface="Times New Roman" panose="02020603050405020304" pitchFamily="18" charset="0"/>
              </a:rPr>
              <a:t>ORDER STATUS BY PAYMENT METHOD</a:t>
            </a:r>
            <a:r>
              <a:rPr lang="en-US" altLang="en-US" sz="2500" dirty="0">
                <a:latin typeface="+mj-lt"/>
                <a:cs typeface="Times New Roman" panose="02020603050405020304" pitchFamily="18" charset="0"/>
              </a:rPr>
              <a:t> </a:t>
            </a:r>
            <a:endParaRPr lang="en-US" sz="2500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B9EAF-35DF-FF52-92E9-B3FE3A8F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7" y="1485386"/>
            <a:ext cx="5489860" cy="27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5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594F-8ABF-B6AB-633A-852A2EF6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4F1EC12B-0DF6-4095-F380-53A46DDF4BF7}"/>
              </a:ext>
            </a:extLst>
          </p:cNvPr>
          <p:cNvSpPr txBox="1"/>
          <p:nvPr/>
        </p:nvSpPr>
        <p:spPr>
          <a:xfrm>
            <a:off x="1403900" y="3896697"/>
            <a:ext cx="6909264" cy="64633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Delivered orders generated highest revenue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Returns affected business performance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Low cancellations reduced revenue loss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Better fulfillment can improve satisfaction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69E68F-29C0-7D85-FE4C-D8A4C3F1D2B3}"/>
              </a:ext>
            </a:extLst>
          </p:cNvPr>
          <p:cNvSpPr txBox="1"/>
          <p:nvPr/>
        </p:nvSpPr>
        <p:spPr>
          <a:xfrm>
            <a:off x="1117368" y="530084"/>
            <a:ext cx="69092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ORDER STATUS PERFORMANCE INSIGHTS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E1A72-F9B2-CE04-B793-D5993606E8CF}"/>
              </a:ext>
            </a:extLst>
          </p:cNvPr>
          <p:cNvGrpSpPr/>
          <p:nvPr/>
        </p:nvGrpSpPr>
        <p:grpSpPr>
          <a:xfrm>
            <a:off x="963019" y="1393721"/>
            <a:ext cx="7217962" cy="2286000"/>
            <a:chOff x="1087332" y="1060823"/>
            <a:chExt cx="7217962" cy="2286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88AA5A5-DCEE-E11F-0EF8-5DB0E95E3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7332" y="1060823"/>
              <a:ext cx="3685593" cy="2286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53ABF38-7205-BCAC-9975-8930CFEDD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845" y="1060823"/>
              <a:ext cx="3322449" cy="228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6889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C4C9"/>
        </a:solidFill>
        <a:effectLst/>
      </p:bgPr>
    </p:bg>
    <p:spTree>
      <p:nvGrpSpPr>
        <p:cNvPr id="1" name="Shape 244">
          <a:extLst>
            <a:ext uri="{FF2B5EF4-FFF2-40B4-BE49-F238E27FC236}">
              <a16:creationId xmlns:a16="http://schemas.microsoft.com/office/drawing/2014/main" id="{1E0CE890-37CE-333D-08B2-6C1AC95E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>
            <a:extLst>
              <a:ext uri="{FF2B5EF4-FFF2-40B4-BE49-F238E27FC236}">
                <a16:creationId xmlns:a16="http://schemas.microsoft.com/office/drawing/2014/main" id="{68D14399-5957-1AAE-08EE-71542B98F8E1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20000" y="2018103"/>
            <a:ext cx="7704000" cy="1259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/>
              <a:t>THANK YOU….</a:t>
            </a:r>
          </a:p>
        </p:txBody>
      </p:sp>
    </p:spTree>
    <p:extLst>
      <p:ext uri="{BB962C8B-B14F-4D97-AF65-F5344CB8AC3E}">
        <p14:creationId xmlns:p14="http://schemas.microsoft.com/office/powerpoint/2010/main" val="2300940823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nd Elegant Portfolio by Slidesgo">
  <a:themeElements>
    <a:clrScheme name="Simple Light">
      <a:dk1>
        <a:srgbClr val="134F5C"/>
      </a:dk1>
      <a:lt1>
        <a:srgbClr val="A2C4C9"/>
      </a:lt1>
      <a:dk2>
        <a:srgbClr val="FFFFFF"/>
      </a:dk2>
      <a:lt2>
        <a:srgbClr val="0C343D"/>
      </a:lt2>
      <a:accent1>
        <a:srgbClr val="265D5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150</Words>
  <Application>Microsoft Office PowerPoint</Application>
  <PresentationFormat>On-screen Show (16:9)</PresentationFormat>
  <Paragraphs>33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Elsie</vt:lpstr>
      <vt:lpstr>Albert Sans</vt:lpstr>
      <vt:lpstr>Times New Roman</vt:lpstr>
      <vt:lpstr>Arial</vt:lpstr>
      <vt:lpstr>Clean and Elegant Portfolio by Slidesgo</vt:lpstr>
      <vt:lpstr>Sales and Revenue Data Visualization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Derin Girish</cp:lastModifiedBy>
  <cp:revision>1</cp:revision>
  <dcterms:modified xsi:type="dcterms:W3CDTF">2026-05-29T09:18:45Z</dcterms:modified>
</cp:coreProperties>
</file>